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dirty="0"/>
              <a:t>Superior University Lahore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r>
              <a:rPr sz="5100" dirty="0">
                <a:solidFill>
                  <a:schemeClr val="tx1"/>
                </a:solidFill>
              </a:rPr>
              <a:t>Emotion Detection Using </a:t>
            </a:r>
            <a:r>
              <a:rPr sz="5100" dirty="0" err="1">
                <a:solidFill>
                  <a:schemeClr val="tx1"/>
                </a:solidFill>
              </a:rPr>
              <a:t>AlexNet</a:t>
            </a:r>
            <a:r>
              <a:rPr sz="5100" dirty="0">
                <a:solidFill>
                  <a:schemeClr val="tx1"/>
                </a:solidFill>
              </a:rPr>
              <a:t> Model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lang="en-US" sz="3800" dirty="0" smtClean="0">
                <a:solidFill>
                  <a:schemeClr val="tx1"/>
                </a:solidFill>
              </a:rPr>
              <a:t>Machine Learning</a:t>
            </a:r>
            <a:r>
              <a:rPr sz="3800" dirty="0" smtClean="0">
                <a:solidFill>
                  <a:schemeClr val="tx1"/>
                </a:solidFill>
              </a:rPr>
              <a:t> </a:t>
            </a:r>
            <a:r>
              <a:rPr sz="3800" dirty="0">
                <a:solidFill>
                  <a:schemeClr val="tx1"/>
                </a:solidFill>
              </a:rPr>
              <a:t>Project</a:t>
            </a:r>
          </a:p>
          <a:p>
            <a:endParaRPr sz="3800" dirty="0">
              <a:solidFill>
                <a:schemeClr val="tx1"/>
              </a:solidFill>
            </a:endParaRPr>
          </a:p>
          <a:p>
            <a:r>
              <a:rPr sz="3800" dirty="0">
                <a:solidFill>
                  <a:schemeClr val="tx1"/>
                </a:solidFill>
              </a:rPr>
              <a:t>Submitted by: </a:t>
            </a:r>
            <a:r>
              <a:rPr sz="3800" dirty="0" err="1">
                <a:solidFill>
                  <a:schemeClr val="tx1"/>
                </a:solidFill>
              </a:rPr>
              <a:t>Nimra</a:t>
            </a:r>
            <a:r>
              <a:rPr sz="3800" dirty="0">
                <a:solidFill>
                  <a:schemeClr val="tx1"/>
                </a:solidFill>
              </a:rPr>
              <a:t> </a:t>
            </a:r>
            <a:r>
              <a:rPr sz="3800" dirty="0" err="1">
                <a:solidFill>
                  <a:schemeClr val="tx1"/>
                </a:solidFill>
              </a:rPr>
              <a:t>Maqbool</a:t>
            </a:r>
            <a:endParaRPr sz="3800" dirty="0">
              <a:solidFill>
                <a:schemeClr val="tx1"/>
              </a:solidFill>
            </a:endParaRPr>
          </a:p>
          <a:p>
            <a:r>
              <a:rPr sz="3800" dirty="0">
                <a:solidFill>
                  <a:schemeClr val="tx1"/>
                </a:solidFill>
              </a:rPr>
              <a:t>Course: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Facial expressions are key indicators of human emotions</a:t>
            </a:r>
          </a:p>
          <a:p>
            <a:r>
              <a:rPr dirty="0" smtClean="0"/>
              <a:t>Emotion </a:t>
            </a:r>
            <a:r>
              <a:rPr dirty="0"/>
              <a:t>recognition is a major area in computer vision</a:t>
            </a:r>
          </a:p>
          <a:p>
            <a:r>
              <a:rPr dirty="0" smtClean="0"/>
              <a:t>Deep </a:t>
            </a:r>
            <a:r>
              <a:rPr dirty="0"/>
              <a:t>Learning enables automatic feature extraction</a:t>
            </a:r>
          </a:p>
          <a:p>
            <a:r>
              <a:rPr dirty="0" smtClean="0"/>
              <a:t>This </a:t>
            </a:r>
            <a:r>
              <a:rPr dirty="0"/>
              <a:t>project uses </a:t>
            </a:r>
            <a:r>
              <a:rPr dirty="0" err="1"/>
              <a:t>AlexNet</a:t>
            </a:r>
            <a:r>
              <a:rPr dirty="0"/>
              <a:t> for emotion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Traditional emotion recognition uses handcrafted features</a:t>
            </a:r>
          </a:p>
          <a:p>
            <a:r>
              <a:rPr dirty="0" smtClean="0"/>
              <a:t> </a:t>
            </a:r>
            <a:r>
              <a:rPr dirty="0"/>
              <a:t>These methods fail on complex facial variations</a:t>
            </a:r>
          </a:p>
          <a:p>
            <a:r>
              <a:rPr dirty="0" smtClean="0"/>
              <a:t> </a:t>
            </a:r>
            <a:r>
              <a:rPr dirty="0"/>
              <a:t>Need a robust CNN-based approach for higher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Design an emotion detection system using </a:t>
            </a:r>
            <a:r>
              <a:rPr dirty="0" err="1"/>
              <a:t>AlexNet</a:t>
            </a:r>
            <a:endParaRPr dirty="0"/>
          </a:p>
          <a:p>
            <a:r>
              <a:rPr dirty="0" smtClean="0"/>
              <a:t> </a:t>
            </a:r>
            <a:r>
              <a:rPr dirty="0"/>
              <a:t>Classify facial images into 7 emotion classes</a:t>
            </a:r>
          </a:p>
          <a:p>
            <a:r>
              <a:rPr dirty="0" smtClean="0"/>
              <a:t> </a:t>
            </a:r>
            <a:r>
              <a:rPr dirty="0"/>
              <a:t>Achieve high accuracy with minimum </a:t>
            </a:r>
            <a:r>
              <a:rPr dirty="0" err="1"/>
              <a:t>overfitting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Human Computer Interaction (HCI)</a:t>
            </a:r>
          </a:p>
          <a:p>
            <a:r>
              <a:rPr dirty="0" smtClean="0"/>
              <a:t> </a:t>
            </a:r>
            <a:r>
              <a:rPr dirty="0"/>
              <a:t>Online Education Systems</a:t>
            </a:r>
          </a:p>
          <a:p>
            <a:r>
              <a:rPr dirty="0" smtClean="0"/>
              <a:t> </a:t>
            </a:r>
            <a:r>
              <a:rPr dirty="0"/>
              <a:t>Healthcare &amp; Mental Health Monitoring</a:t>
            </a:r>
          </a:p>
          <a:p>
            <a:r>
              <a:rPr dirty="0" smtClean="0"/>
              <a:t> </a:t>
            </a:r>
            <a:r>
              <a:rPr dirty="0"/>
              <a:t>Intelligent Surveillance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Dataset collected from </a:t>
            </a:r>
            <a:r>
              <a:rPr dirty="0" err="1"/>
              <a:t>Kaggle</a:t>
            </a:r>
            <a:endParaRPr dirty="0"/>
          </a:p>
          <a:p>
            <a:r>
              <a:rPr dirty="0" smtClean="0"/>
              <a:t> </a:t>
            </a:r>
            <a:r>
              <a:rPr dirty="0"/>
              <a:t>Contains facial images with emotion labels</a:t>
            </a:r>
          </a:p>
          <a:p>
            <a:r>
              <a:rPr dirty="0" smtClean="0"/>
              <a:t> </a:t>
            </a:r>
            <a:r>
              <a:rPr dirty="0"/>
              <a:t>7 classes: Angry, Disgust, Fear, Happy, Sad, Surprise, Neutral</a:t>
            </a:r>
          </a:p>
          <a:p>
            <a:r>
              <a:rPr dirty="0" smtClean="0"/>
              <a:t> </a:t>
            </a:r>
            <a:r>
              <a:rPr dirty="0"/>
              <a:t>Images resized to 227×227 for </a:t>
            </a:r>
            <a:r>
              <a:rPr dirty="0" err="1"/>
              <a:t>AlexNet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Image resizing and normalization</a:t>
            </a:r>
          </a:p>
          <a:p>
            <a:r>
              <a:rPr dirty="0" smtClean="0"/>
              <a:t> </a:t>
            </a:r>
            <a:r>
              <a:rPr dirty="0"/>
              <a:t>Pixel values scaled between 0 and 1</a:t>
            </a:r>
          </a:p>
          <a:p>
            <a:r>
              <a:rPr dirty="0" smtClean="0"/>
              <a:t> </a:t>
            </a:r>
            <a:r>
              <a:rPr dirty="0"/>
              <a:t>Data augmentation applied:</a:t>
            </a:r>
          </a:p>
          <a:p>
            <a:r>
              <a:rPr dirty="0"/>
              <a:t>  - Rotation</a:t>
            </a:r>
          </a:p>
          <a:p>
            <a:r>
              <a:rPr dirty="0"/>
              <a:t>  - Zooming</a:t>
            </a:r>
          </a:p>
          <a:p>
            <a:r>
              <a:rPr dirty="0"/>
              <a:t>  - Horizontal flipping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AlexNet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Deep Convolutional Neural Network</a:t>
            </a:r>
          </a:p>
          <a:p>
            <a:r>
              <a:rPr dirty="0" smtClean="0"/>
              <a:t> </a:t>
            </a:r>
            <a:r>
              <a:rPr dirty="0"/>
              <a:t>Multiple convolution + max-pooling layers</a:t>
            </a:r>
          </a:p>
          <a:p>
            <a:r>
              <a:rPr dirty="0" smtClean="0"/>
              <a:t> </a:t>
            </a:r>
            <a:r>
              <a:rPr dirty="0" err="1"/>
              <a:t>ReLU</a:t>
            </a:r>
            <a:r>
              <a:rPr dirty="0"/>
              <a:t> activation for faster training</a:t>
            </a:r>
          </a:p>
          <a:p>
            <a:r>
              <a:rPr dirty="0" smtClean="0"/>
              <a:t> </a:t>
            </a:r>
            <a:r>
              <a:rPr dirty="0"/>
              <a:t>Fully connected layers for classification</a:t>
            </a:r>
          </a:p>
          <a:p>
            <a:r>
              <a:rPr dirty="0" smtClean="0"/>
              <a:t> </a:t>
            </a:r>
            <a:r>
              <a:rPr dirty="0" err="1"/>
              <a:t>Softmax</a:t>
            </a:r>
            <a:r>
              <a:rPr dirty="0"/>
              <a:t> output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Optimizer: Adam</a:t>
            </a:r>
          </a:p>
          <a:p>
            <a:r>
              <a:rPr dirty="0" smtClean="0"/>
              <a:t> </a:t>
            </a:r>
            <a:r>
              <a:rPr dirty="0"/>
              <a:t>Loss Function: Categorical Cross-Entropy</a:t>
            </a:r>
          </a:p>
          <a:p>
            <a:r>
              <a:rPr dirty="0" smtClean="0"/>
              <a:t> </a:t>
            </a:r>
            <a:r>
              <a:rPr dirty="0"/>
              <a:t>Training performed on Google </a:t>
            </a:r>
            <a:r>
              <a:rPr dirty="0" err="1"/>
              <a:t>Colab</a:t>
            </a:r>
            <a:r>
              <a:rPr dirty="0"/>
              <a:t> (GPU)</a:t>
            </a:r>
          </a:p>
          <a:p>
            <a:r>
              <a:rPr dirty="0" smtClean="0"/>
              <a:t> </a:t>
            </a:r>
            <a:r>
              <a:rPr dirty="0"/>
              <a:t>Dataset split into training &amp; validation 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Training accuracy improved with epochs</a:t>
            </a:r>
          </a:p>
          <a:p>
            <a:r>
              <a:rPr dirty="0" smtClean="0"/>
              <a:t> </a:t>
            </a:r>
            <a:r>
              <a:rPr dirty="0"/>
              <a:t>Validation accuracy close to training accuracy</a:t>
            </a:r>
          </a:p>
          <a:p>
            <a:r>
              <a:rPr dirty="0" smtClean="0"/>
              <a:t> </a:t>
            </a:r>
            <a:r>
              <a:rPr dirty="0"/>
              <a:t>Final achieved accuracy ≈ 92%</a:t>
            </a:r>
          </a:p>
          <a:p>
            <a:r>
              <a:rPr dirty="0" smtClean="0"/>
              <a:t> </a:t>
            </a:r>
            <a:r>
              <a:rPr dirty="0"/>
              <a:t>Indicates good generalization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&amp; Loss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Accuracy graph shows steady upward trend</a:t>
            </a:r>
          </a:p>
          <a:p>
            <a:r>
              <a:rPr dirty="0" smtClean="0"/>
              <a:t> </a:t>
            </a:r>
            <a:r>
              <a:rPr dirty="0"/>
              <a:t>Loss graph decreases smoothly</a:t>
            </a:r>
          </a:p>
          <a:p>
            <a:r>
              <a:rPr dirty="0" smtClean="0"/>
              <a:t> </a:t>
            </a:r>
            <a:r>
              <a:rPr dirty="0"/>
              <a:t>Small gap between training &amp; validation curves</a:t>
            </a:r>
          </a:p>
          <a:p>
            <a:r>
              <a:rPr dirty="0" smtClean="0"/>
              <a:t> </a:t>
            </a:r>
            <a:r>
              <a:rPr dirty="0" err="1"/>
              <a:t>Overfitting</a:t>
            </a:r>
            <a:r>
              <a:rPr dirty="0"/>
              <a:t> successfully controlled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 err="1"/>
              <a:t>AlexNet</a:t>
            </a:r>
            <a:r>
              <a:rPr dirty="0"/>
              <a:t> proved effective for emotion detection</a:t>
            </a:r>
          </a:p>
          <a:p>
            <a:r>
              <a:rPr dirty="0" smtClean="0"/>
              <a:t> </a:t>
            </a:r>
            <a:r>
              <a:rPr dirty="0"/>
              <a:t>CNN-based approach outperforms traditional methods</a:t>
            </a:r>
          </a:p>
          <a:p>
            <a:r>
              <a:rPr dirty="0" smtClean="0"/>
              <a:t> </a:t>
            </a:r>
            <a:r>
              <a:rPr dirty="0"/>
              <a:t>Model shows reliable and stable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Real-time emotion detection using webcam</a:t>
            </a:r>
          </a:p>
          <a:p>
            <a:r>
              <a:rPr dirty="0" smtClean="0"/>
              <a:t> </a:t>
            </a:r>
            <a:r>
              <a:rPr dirty="0"/>
              <a:t>Testing on larger and diverse datasets</a:t>
            </a:r>
          </a:p>
          <a:p>
            <a:r>
              <a:rPr dirty="0" smtClean="0"/>
              <a:t> </a:t>
            </a:r>
            <a:r>
              <a:rPr dirty="0"/>
              <a:t>Comparison with </a:t>
            </a:r>
            <a:r>
              <a:rPr dirty="0" err="1"/>
              <a:t>ResNet</a:t>
            </a:r>
            <a:r>
              <a:rPr dirty="0"/>
              <a:t> &amp; </a:t>
            </a:r>
            <a:r>
              <a:rPr dirty="0" err="1"/>
              <a:t>EfficientNet</a:t>
            </a:r>
            <a:endParaRPr dirty="0"/>
          </a:p>
          <a:p>
            <a:r>
              <a:rPr dirty="0" smtClean="0"/>
              <a:t> </a:t>
            </a:r>
            <a:r>
              <a:rPr dirty="0"/>
              <a:t>Web or mobile application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</a:t>
            </a:r>
          </a:p>
          <a:p>
            <a:endParaRPr/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363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Superior University Lahore</vt:lpstr>
      <vt:lpstr>Introduction</vt:lpstr>
      <vt:lpstr>Problem Statement</vt:lpstr>
      <vt:lpstr>Objectives</vt:lpstr>
      <vt:lpstr>Applications</vt:lpstr>
      <vt:lpstr>Dataset Description</vt:lpstr>
      <vt:lpstr>Data Preprocessing</vt:lpstr>
      <vt:lpstr>AlexNet Architecture</vt:lpstr>
      <vt:lpstr>Model Training</vt:lpstr>
      <vt:lpstr>Results &amp; Performance</vt:lpstr>
      <vt:lpstr>Accuracy &amp; Loss Analysis</vt:lpstr>
      <vt:lpstr>Conclusion</vt:lpstr>
      <vt:lpstr>Future Work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Superior University Lahore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2026-01-16T15:46:28Z</dcterms:modified>
  <cp:category/>
</cp:coreProperties>
</file>